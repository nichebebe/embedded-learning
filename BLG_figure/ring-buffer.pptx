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7" y="-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216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941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30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2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688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50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12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313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889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226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00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0261-FCDC-420F-BEEC-32A1282B4A5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C35B1-308E-4D1A-8185-07DAA264A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026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B5A102C0-C1CD-2BA0-0229-2873853647C0}"/>
              </a:ext>
            </a:extLst>
          </p:cNvPr>
          <p:cNvGrpSpPr/>
          <p:nvPr/>
        </p:nvGrpSpPr>
        <p:grpSpPr>
          <a:xfrm>
            <a:off x="3076769" y="1725894"/>
            <a:ext cx="1629534" cy="1531584"/>
            <a:chOff x="3932903" y="1297858"/>
            <a:chExt cx="2880852" cy="2880852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EFB30AD3-AA58-AE77-F322-FAD6E60AE61A}"/>
                </a:ext>
              </a:extLst>
            </p:cNvPr>
            <p:cNvSpPr/>
            <p:nvPr/>
          </p:nvSpPr>
          <p:spPr>
            <a:xfrm>
              <a:off x="4375355" y="1799302"/>
              <a:ext cx="1995948" cy="188779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82F7D223-396E-A76B-4B8C-38852581D1D2}"/>
                </a:ext>
              </a:extLst>
            </p:cNvPr>
            <p:cNvSpPr/>
            <p:nvPr/>
          </p:nvSpPr>
          <p:spPr>
            <a:xfrm>
              <a:off x="3932903" y="1297858"/>
              <a:ext cx="2880852" cy="288085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A54E95D-85DD-E2D3-7BF0-A0D78E3F157E}"/>
                </a:ext>
              </a:extLst>
            </p:cNvPr>
            <p:cNvCxnSpPr>
              <a:cxnSpLocks/>
              <a:stCxn id="5" idx="0"/>
              <a:endCxn id="4" idx="0"/>
            </p:cNvCxnSpPr>
            <p:nvPr/>
          </p:nvCxnSpPr>
          <p:spPr>
            <a:xfrm>
              <a:off x="5373329" y="1297858"/>
              <a:ext cx="0" cy="5014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1B02AB59-A4D8-A966-F7C4-B9BDB625F210}"/>
                </a:ext>
              </a:extLst>
            </p:cNvPr>
            <p:cNvCxnSpPr>
              <a:cxnSpLocks/>
              <a:stCxn id="5" idx="7"/>
              <a:endCxn id="4" idx="7"/>
            </p:cNvCxnSpPr>
            <p:nvPr/>
          </p:nvCxnSpPr>
          <p:spPr>
            <a:xfrm flipH="1">
              <a:off x="6079003" y="1719749"/>
              <a:ext cx="312861" cy="3560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CA9287DF-F615-E522-E25C-C4AC6F3B08EA}"/>
                </a:ext>
              </a:extLst>
            </p:cNvPr>
            <p:cNvCxnSpPr>
              <a:cxnSpLocks/>
              <a:stCxn id="5" idx="6"/>
              <a:endCxn id="4" idx="6"/>
            </p:cNvCxnSpPr>
            <p:nvPr/>
          </p:nvCxnSpPr>
          <p:spPr>
            <a:xfrm flipH="1">
              <a:off x="6371303" y="2738284"/>
              <a:ext cx="442452" cy="49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9F091BF-4D14-4807-9B6D-63F19189139B}"/>
                </a:ext>
              </a:extLst>
            </p:cNvPr>
            <p:cNvCxnSpPr>
              <a:stCxn id="5" idx="5"/>
              <a:endCxn id="4" idx="5"/>
            </p:cNvCxnSpPr>
            <p:nvPr/>
          </p:nvCxnSpPr>
          <p:spPr>
            <a:xfrm flipH="1" flipV="1">
              <a:off x="6079003" y="3410634"/>
              <a:ext cx="312861" cy="346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56B016D2-0EF5-F3EF-ECBC-44224AF65ABB}"/>
                </a:ext>
              </a:extLst>
            </p:cNvPr>
            <p:cNvCxnSpPr>
              <a:stCxn id="5" idx="4"/>
              <a:endCxn id="4" idx="4"/>
            </p:cNvCxnSpPr>
            <p:nvPr/>
          </p:nvCxnSpPr>
          <p:spPr>
            <a:xfrm flipV="1">
              <a:off x="5373329" y="3687095"/>
              <a:ext cx="0" cy="4916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A4F33338-4901-5CFD-F2C4-E0270B44548B}"/>
                </a:ext>
              </a:extLst>
            </p:cNvPr>
            <p:cNvCxnSpPr>
              <a:stCxn id="5" idx="3"/>
              <a:endCxn id="4" idx="3"/>
            </p:cNvCxnSpPr>
            <p:nvPr/>
          </p:nvCxnSpPr>
          <p:spPr>
            <a:xfrm flipV="1">
              <a:off x="4354794" y="3410634"/>
              <a:ext cx="312861" cy="346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56E08196-25D9-CA99-D03C-BECED47D2179}"/>
                </a:ext>
              </a:extLst>
            </p:cNvPr>
            <p:cNvCxnSpPr>
              <a:stCxn id="5" idx="2"/>
              <a:endCxn id="4" idx="2"/>
            </p:cNvCxnSpPr>
            <p:nvPr/>
          </p:nvCxnSpPr>
          <p:spPr>
            <a:xfrm>
              <a:off x="3932903" y="2738284"/>
              <a:ext cx="442452" cy="49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44AF8190-4D8C-6364-3184-1CAC38EF11BC}"/>
                </a:ext>
              </a:extLst>
            </p:cNvPr>
            <p:cNvCxnSpPr>
              <a:stCxn id="5" idx="1"/>
              <a:endCxn id="4" idx="1"/>
            </p:cNvCxnSpPr>
            <p:nvPr/>
          </p:nvCxnSpPr>
          <p:spPr>
            <a:xfrm>
              <a:off x="4354794" y="1719749"/>
              <a:ext cx="312861" cy="3560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27DBE30-A662-56C2-962F-952CDCAFB9A4}"/>
              </a:ext>
            </a:extLst>
          </p:cNvPr>
          <p:cNvSpPr txBox="1"/>
          <p:nvPr/>
        </p:nvSpPr>
        <p:spPr>
          <a:xfrm>
            <a:off x="687133" y="848460"/>
            <a:ext cx="1127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配列を用意する</a:t>
            </a: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1C90C083-6E85-60AD-BC29-BABA3C925EC7}"/>
              </a:ext>
            </a:extLst>
          </p:cNvPr>
          <p:cNvGrpSpPr/>
          <p:nvPr/>
        </p:nvGrpSpPr>
        <p:grpSpPr>
          <a:xfrm>
            <a:off x="2013136" y="848460"/>
            <a:ext cx="3758590" cy="225784"/>
            <a:chOff x="658761" y="344129"/>
            <a:chExt cx="6135329" cy="399103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8161C646-A2CC-46DE-1243-5FC121507CFD}"/>
                </a:ext>
              </a:extLst>
            </p:cNvPr>
            <p:cNvSpPr/>
            <p:nvPr/>
          </p:nvSpPr>
          <p:spPr>
            <a:xfrm>
              <a:off x="658761" y="344129"/>
              <a:ext cx="6135329" cy="39910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4770E905-CA88-DD91-7170-2F25C40DC567}"/>
                </a:ext>
              </a:extLst>
            </p:cNvPr>
            <p:cNvCxnSpPr>
              <a:stCxn id="27" idx="0"/>
              <a:endCxn id="27" idx="2"/>
            </p:cNvCxnSpPr>
            <p:nvPr/>
          </p:nvCxnSpPr>
          <p:spPr>
            <a:xfrm>
              <a:off x="3726426" y="344129"/>
              <a:ext cx="0" cy="399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D9B263F3-9FC6-3127-D5F6-4F766C3CF892}"/>
                </a:ext>
              </a:extLst>
            </p:cNvPr>
            <p:cNvCxnSpPr/>
            <p:nvPr/>
          </p:nvCxnSpPr>
          <p:spPr>
            <a:xfrm>
              <a:off x="2062106" y="344129"/>
              <a:ext cx="0" cy="399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FFABA889-32AA-8E83-7EDB-297865E6571B}"/>
                </a:ext>
              </a:extLst>
            </p:cNvPr>
            <p:cNvCxnSpPr/>
            <p:nvPr/>
          </p:nvCxnSpPr>
          <p:spPr>
            <a:xfrm>
              <a:off x="1307690" y="344129"/>
              <a:ext cx="0" cy="399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F3CB13E4-DC66-F153-C582-ECCB842898BC}"/>
                </a:ext>
              </a:extLst>
            </p:cNvPr>
            <p:cNvCxnSpPr/>
            <p:nvPr/>
          </p:nvCxnSpPr>
          <p:spPr>
            <a:xfrm>
              <a:off x="2880852" y="344129"/>
              <a:ext cx="0" cy="399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E4B38792-6331-C1BC-B3AC-1E49509B18A1}"/>
                </a:ext>
              </a:extLst>
            </p:cNvPr>
            <p:cNvCxnSpPr/>
            <p:nvPr/>
          </p:nvCxnSpPr>
          <p:spPr>
            <a:xfrm>
              <a:off x="5223177" y="344129"/>
              <a:ext cx="0" cy="399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72BF3398-0E58-4891-C110-434D31A57366}"/>
                </a:ext>
              </a:extLst>
            </p:cNvPr>
            <p:cNvCxnSpPr/>
            <p:nvPr/>
          </p:nvCxnSpPr>
          <p:spPr>
            <a:xfrm>
              <a:off x="4468761" y="344129"/>
              <a:ext cx="0" cy="399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125E6511-B3AF-3DA7-4680-45974781E6EB}"/>
                </a:ext>
              </a:extLst>
            </p:cNvPr>
            <p:cNvCxnSpPr/>
            <p:nvPr/>
          </p:nvCxnSpPr>
          <p:spPr>
            <a:xfrm>
              <a:off x="6041923" y="344129"/>
              <a:ext cx="0" cy="399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矢印: 下 41">
            <a:extLst>
              <a:ext uri="{FF2B5EF4-FFF2-40B4-BE49-F238E27FC236}">
                <a16:creationId xmlns:a16="http://schemas.microsoft.com/office/drawing/2014/main" id="{A8E470A6-0824-4AA6-E415-F505F19F62CF}"/>
              </a:ext>
            </a:extLst>
          </p:cNvPr>
          <p:cNvSpPr/>
          <p:nvPr/>
        </p:nvSpPr>
        <p:spPr>
          <a:xfrm>
            <a:off x="3771327" y="1242541"/>
            <a:ext cx="240418" cy="374048"/>
          </a:xfrm>
          <a:prstGeom prst="downArrow">
            <a:avLst>
              <a:gd name="adj1" fmla="val 50000"/>
              <a:gd name="adj2" fmla="val 833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D5E3C88-523C-A3C1-FCE3-C9484F6F27B7}"/>
              </a:ext>
            </a:extLst>
          </p:cNvPr>
          <p:cNvSpPr txBox="1"/>
          <p:nvPr/>
        </p:nvSpPr>
        <p:spPr>
          <a:xfrm>
            <a:off x="747184" y="2364728"/>
            <a:ext cx="22044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配列を環状の様なイメージにする</a:t>
            </a:r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F13E5728-B03C-6B9F-DD72-117CD2F2E904}"/>
              </a:ext>
            </a:extLst>
          </p:cNvPr>
          <p:cNvGrpSpPr/>
          <p:nvPr/>
        </p:nvGrpSpPr>
        <p:grpSpPr>
          <a:xfrm>
            <a:off x="3088432" y="3909128"/>
            <a:ext cx="1629534" cy="1531584"/>
            <a:chOff x="3932903" y="1297858"/>
            <a:chExt cx="2880852" cy="2880852"/>
          </a:xfrm>
        </p:grpSpPr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65118A07-4CA3-15EA-0844-3CC043FFA094}"/>
                </a:ext>
              </a:extLst>
            </p:cNvPr>
            <p:cNvSpPr/>
            <p:nvPr/>
          </p:nvSpPr>
          <p:spPr>
            <a:xfrm>
              <a:off x="4375355" y="1799302"/>
              <a:ext cx="1995948" cy="188779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58" name="楕円 57">
              <a:extLst>
                <a:ext uri="{FF2B5EF4-FFF2-40B4-BE49-F238E27FC236}">
                  <a16:creationId xmlns:a16="http://schemas.microsoft.com/office/drawing/2014/main" id="{F71C9E98-0B85-B3EA-1A37-EFF73943EA6A}"/>
                </a:ext>
              </a:extLst>
            </p:cNvPr>
            <p:cNvSpPr/>
            <p:nvPr/>
          </p:nvSpPr>
          <p:spPr>
            <a:xfrm>
              <a:off x="3932903" y="1297858"/>
              <a:ext cx="2880852" cy="288085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F7EAD2E3-F962-D3C5-4C65-73927A085EAC}"/>
                </a:ext>
              </a:extLst>
            </p:cNvPr>
            <p:cNvCxnSpPr>
              <a:cxnSpLocks/>
              <a:stCxn id="58" idx="0"/>
              <a:endCxn id="57" idx="0"/>
            </p:cNvCxnSpPr>
            <p:nvPr/>
          </p:nvCxnSpPr>
          <p:spPr>
            <a:xfrm>
              <a:off x="5373329" y="1297858"/>
              <a:ext cx="0" cy="5014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11A2EA51-AAF0-CBA8-57D0-82256F694BEB}"/>
                </a:ext>
              </a:extLst>
            </p:cNvPr>
            <p:cNvCxnSpPr>
              <a:cxnSpLocks/>
              <a:stCxn id="58" idx="7"/>
              <a:endCxn id="57" idx="7"/>
            </p:cNvCxnSpPr>
            <p:nvPr/>
          </p:nvCxnSpPr>
          <p:spPr>
            <a:xfrm flipH="1">
              <a:off x="6079003" y="1719749"/>
              <a:ext cx="312861" cy="3560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87235EA7-3E32-F9B9-96C2-52B0595564AE}"/>
                </a:ext>
              </a:extLst>
            </p:cNvPr>
            <p:cNvCxnSpPr>
              <a:cxnSpLocks/>
              <a:stCxn id="58" idx="6"/>
              <a:endCxn id="57" idx="6"/>
            </p:cNvCxnSpPr>
            <p:nvPr/>
          </p:nvCxnSpPr>
          <p:spPr>
            <a:xfrm flipH="1">
              <a:off x="6371303" y="2738284"/>
              <a:ext cx="442452" cy="49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A3EC01FB-5493-44EC-3153-61A09ABD6CE3}"/>
                </a:ext>
              </a:extLst>
            </p:cNvPr>
            <p:cNvCxnSpPr>
              <a:stCxn id="58" idx="5"/>
              <a:endCxn id="57" idx="5"/>
            </p:cNvCxnSpPr>
            <p:nvPr/>
          </p:nvCxnSpPr>
          <p:spPr>
            <a:xfrm flipH="1" flipV="1">
              <a:off x="6079003" y="3410634"/>
              <a:ext cx="312861" cy="346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5EEE19C1-FCB3-1167-2EEA-9B641883F217}"/>
                </a:ext>
              </a:extLst>
            </p:cNvPr>
            <p:cNvCxnSpPr>
              <a:stCxn id="58" idx="4"/>
              <a:endCxn id="57" idx="4"/>
            </p:cNvCxnSpPr>
            <p:nvPr/>
          </p:nvCxnSpPr>
          <p:spPr>
            <a:xfrm flipV="1">
              <a:off x="5373329" y="3687095"/>
              <a:ext cx="0" cy="4916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BC11E1DE-B62B-0066-553E-E65C928239E3}"/>
                </a:ext>
              </a:extLst>
            </p:cNvPr>
            <p:cNvCxnSpPr>
              <a:stCxn id="58" idx="3"/>
              <a:endCxn id="57" idx="3"/>
            </p:cNvCxnSpPr>
            <p:nvPr/>
          </p:nvCxnSpPr>
          <p:spPr>
            <a:xfrm flipV="1">
              <a:off x="4354794" y="3410634"/>
              <a:ext cx="312861" cy="346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680F5081-5F89-B61E-69BF-6448B6D4807B}"/>
                </a:ext>
              </a:extLst>
            </p:cNvPr>
            <p:cNvCxnSpPr>
              <a:stCxn id="58" idx="2"/>
              <a:endCxn id="57" idx="2"/>
            </p:cNvCxnSpPr>
            <p:nvPr/>
          </p:nvCxnSpPr>
          <p:spPr>
            <a:xfrm>
              <a:off x="3932903" y="2738284"/>
              <a:ext cx="442452" cy="49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24471825-2541-205C-8145-46A4B09FB997}"/>
                </a:ext>
              </a:extLst>
            </p:cNvPr>
            <p:cNvCxnSpPr>
              <a:stCxn id="58" idx="1"/>
              <a:endCxn id="57" idx="1"/>
            </p:cNvCxnSpPr>
            <p:nvPr/>
          </p:nvCxnSpPr>
          <p:spPr>
            <a:xfrm>
              <a:off x="4354794" y="1719749"/>
              <a:ext cx="312861" cy="3560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7" name="矢印: 下 66">
            <a:extLst>
              <a:ext uri="{FF2B5EF4-FFF2-40B4-BE49-F238E27FC236}">
                <a16:creationId xmlns:a16="http://schemas.microsoft.com/office/drawing/2014/main" id="{82434D9B-7143-97CF-F8F7-106DD2EA7703}"/>
              </a:ext>
            </a:extLst>
          </p:cNvPr>
          <p:cNvSpPr/>
          <p:nvPr/>
        </p:nvSpPr>
        <p:spPr>
          <a:xfrm>
            <a:off x="3782990" y="3425775"/>
            <a:ext cx="240418" cy="374048"/>
          </a:xfrm>
          <a:prstGeom prst="downArrow">
            <a:avLst>
              <a:gd name="adj1" fmla="val 50000"/>
              <a:gd name="adj2" fmla="val 833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6A596403-B009-F8EF-4FFC-ED8EA9D69310}"/>
              </a:ext>
            </a:extLst>
          </p:cNvPr>
          <p:cNvSpPr txBox="1"/>
          <p:nvPr/>
        </p:nvSpPr>
        <p:spPr>
          <a:xfrm>
            <a:off x="300214" y="4566625"/>
            <a:ext cx="2781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ISR</a:t>
            </a:r>
            <a:r>
              <a:rPr lang="ja-JP" altLang="en-US" sz="1050" dirty="0"/>
              <a:t>で受信したデータを</a:t>
            </a:r>
            <a:r>
              <a:rPr lang="en-US" altLang="ja-JP" sz="1050" dirty="0"/>
              <a:t>head</a:t>
            </a:r>
            <a:r>
              <a:rPr lang="ja-JP" altLang="en-US" sz="1050" dirty="0"/>
              <a:t>位置へ書き込む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7E3D1E6C-B88A-76B0-21E0-E7B76DE29497}"/>
              </a:ext>
            </a:extLst>
          </p:cNvPr>
          <p:cNvSpPr txBox="1"/>
          <p:nvPr/>
        </p:nvSpPr>
        <p:spPr>
          <a:xfrm>
            <a:off x="4015386" y="3943706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A</a:t>
            </a:r>
            <a:endParaRPr lang="ja-JP" altLang="en-US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AB8F411C-52AE-420D-9C0B-42B9756C9BD7}"/>
              </a:ext>
            </a:extLst>
          </p:cNvPr>
          <p:cNvSpPr txBox="1"/>
          <p:nvPr/>
        </p:nvSpPr>
        <p:spPr>
          <a:xfrm>
            <a:off x="4392554" y="4274300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B</a:t>
            </a:r>
            <a:endParaRPr lang="ja-JP" altLang="en-US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163DF7-1316-D6DE-1B09-1E6D63A07FA0}"/>
              </a:ext>
            </a:extLst>
          </p:cNvPr>
          <p:cNvSpPr txBox="1"/>
          <p:nvPr/>
        </p:nvSpPr>
        <p:spPr>
          <a:xfrm>
            <a:off x="4380130" y="4752937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</a:t>
            </a:r>
            <a:endParaRPr lang="ja-JP" altLang="en-US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79F77F97-6FC5-67D9-1761-BFCC70A50393}"/>
              </a:ext>
            </a:extLst>
          </p:cNvPr>
          <p:cNvSpPr txBox="1"/>
          <p:nvPr/>
        </p:nvSpPr>
        <p:spPr>
          <a:xfrm>
            <a:off x="4008140" y="5090787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</a:t>
            </a:r>
            <a:endParaRPr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F74EC11B-B117-788D-DC97-E2A323F7F26B}"/>
              </a:ext>
            </a:extLst>
          </p:cNvPr>
          <p:cNvSpPr txBox="1"/>
          <p:nvPr/>
        </p:nvSpPr>
        <p:spPr>
          <a:xfrm>
            <a:off x="3476829" y="3921894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H</a:t>
            </a:r>
            <a:endParaRPr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54DC7433-04C0-5390-BC10-1D6FC122F1B2}"/>
              </a:ext>
            </a:extLst>
          </p:cNvPr>
          <p:cNvSpPr txBox="1"/>
          <p:nvPr/>
        </p:nvSpPr>
        <p:spPr>
          <a:xfrm>
            <a:off x="3099661" y="4269589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G</a:t>
            </a:r>
            <a:endParaRPr lang="ja-JP" altLang="en-US" dirty="0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03062AE7-68AE-0EFB-A428-71BD908F1A58}"/>
              </a:ext>
            </a:extLst>
          </p:cNvPr>
          <p:cNvSpPr txBox="1"/>
          <p:nvPr/>
        </p:nvSpPr>
        <p:spPr>
          <a:xfrm>
            <a:off x="3486935" y="5081084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</a:t>
            </a:r>
            <a:endParaRPr lang="ja-JP" altLang="en-US" dirty="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4BBC4C65-5D20-2495-2E8B-4DD4FDC34F8D}"/>
              </a:ext>
            </a:extLst>
          </p:cNvPr>
          <p:cNvSpPr txBox="1"/>
          <p:nvPr/>
        </p:nvSpPr>
        <p:spPr>
          <a:xfrm>
            <a:off x="3099661" y="4752937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</a:t>
            </a:r>
            <a:endParaRPr lang="ja-JP" altLang="en-US" dirty="0"/>
          </a:p>
        </p:txBody>
      </p: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09EB1184-62C2-4AB4-170D-8764967ADA0D}"/>
              </a:ext>
            </a:extLst>
          </p:cNvPr>
          <p:cNvGrpSpPr/>
          <p:nvPr/>
        </p:nvGrpSpPr>
        <p:grpSpPr>
          <a:xfrm>
            <a:off x="3108752" y="6042728"/>
            <a:ext cx="1629534" cy="1531584"/>
            <a:chOff x="3932903" y="1297858"/>
            <a:chExt cx="2880852" cy="2880852"/>
          </a:xfrm>
        </p:grpSpPr>
        <p:sp>
          <p:nvSpPr>
            <p:cNvPr id="86" name="楕円 85">
              <a:extLst>
                <a:ext uri="{FF2B5EF4-FFF2-40B4-BE49-F238E27FC236}">
                  <a16:creationId xmlns:a16="http://schemas.microsoft.com/office/drawing/2014/main" id="{47D6C47A-474E-4EAF-AAE2-C4F7B64F0371}"/>
                </a:ext>
              </a:extLst>
            </p:cNvPr>
            <p:cNvSpPr/>
            <p:nvPr/>
          </p:nvSpPr>
          <p:spPr>
            <a:xfrm>
              <a:off x="4375355" y="1799302"/>
              <a:ext cx="1995948" cy="188779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7" name="楕円 86">
              <a:extLst>
                <a:ext uri="{FF2B5EF4-FFF2-40B4-BE49-F238E27FC236}">
                  <a16:creationId xmlns:a16="http://schemas.microsoft.com/office/drawing/2014/main" id="{9B905CB0-A54A-8809-4690-C3D43F43C331}"/>
                </a:ext>
              </a:extLst>
            </p:cNvPr>
            <p:cNvSpPr/>
            <p:nvPr/>
          </p:nvSpPr>
          <p:spPr>
            <a:xfrm>
              <a:off x="3932903" y="1297858"/>
              <a:ext cx="2880852" cy="288085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1B303B05-EEF5-78AE-7858-695148DCBCED}"/>
                </a:ext>
              </a:extLst>
            </p:cNvPr>
            <p:cNvCxnSpPr>
              <a:cxnSpLocks/>
              <a:stCxn id="87" idx="0"/>
              <a:endCxn id="86" idx="0"/>
            </p:cNvCxnSpPr>
            <p:nvPr/>
          </p:nvCxnSpPr>
          <p:spPr>
            <a:xfrm>
              <a:off x="5373329" y="1297858"/>
              <a:ext cx="0" cy="5014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線コネクタ 88">
              <a:extLst>
                <a:ext uri="{FF2B5EF4-FFF2-40B4-BE49-F238E27FC236}">
                  <a16:creationId xmlns:a16="http://schemas.microsoft.com/office/drawing/2014/main" id="{9BBECED1-C02C-D90C-6BD2-09755AFC7BC4}"/>
                </a:ext>
              </a:extLst>
            </p:cNvPr>
            <p:cNvCxnSpPr>
              <a:cxnSpLocks/>
              <a:stCxn id="87" idx="7"/>
              <a:endCxn id="86" idx="7"/>
            </p:cNvCxnSpPr>
            <p:nvPr/>
          </p:nvCxnSpPr>
          <p:spPr>
            <a:xfrm flipH="1">
              <a:off x="6079003" y="1719749"/>
              <a:ext cx="312861" cy="3560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6A77A645-F0DF-641B-59DB-516CCD91CCFB}"/>
                </a:ext>
              </a:extLst>
            </p:cNvPr>
            <p:cNvCxnSpPr>
              <a:cxnSpLocks/>
              <a:stCxn id="87" idx="6"/>
              <a:endCxn id="86" idx="6"/>
            </p:cNvCxnSpPr>
            <p:nvPr/>
          </p:nvCxnSpPr>
          <p:spPr>
            <a:xfrm flipH="1">
              <a:off x="6371303" y="2738284"/>
              <a:ext cx="442452" cy="49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1E7CE631-0D03-B171-FE25-BAB104A7FA6F}"/>
                </a:ext>
              </a:extLst>
            </p:cNvPr>
            <p:cNvCxnSpPr>
              <a:stCxn id="87" idx="5"/>
              <a:endCxn id="86" idx="5"/>
            </p:cNvCxnSpPr>
            <p:nvPr/>
          </p:nvCxnSpPr>
          <p:spPr>
            <a:xfrm flipH="1" flipV="1">
              <a:off x="6079003" y="3410634"/>
              <a:ext cx="312861" cy="346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09441808-5A8B-31E5-2DBD-BCF71AF1B79E}"/>
                </a:ext>
              </a:extLst>
            </p:cNvPr>
            <p:cNvCxnSpPr>
              <a:stCxn id="87" idx="4"/>
              <a:endCxn id="86" idx="4"/>
            </p:cNvCxnSpPr>
            <p:nvPr/>
          </p:nvCxnSpPr>
          <p:spPr>
            <a:xfrm flipV="1">
              <a:off x="5373329" y="3687095"/>
              <a:ext cx="0" cy="4916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D4D46572-A1CB-0773-03F7-72B1156BC9C1}"/>
                </a:ext>
              </a:extLst>
            </p:cNvPr>
            <p:cNvCxnSpPr>
              <a:stCxn id="87" idx="3"/>
              <a:endCxn id="86" idx="3"/>
            </p:cNvCxnSpPr>
            <p:nvPr/>
          </p:nvCxnSpPr>
          <p:spPr>
            <a:xfrm flipV="1">
              <a:off x="4354794" y="3410634"/>
              <a:ext cx="312861" cy="3461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A6625646-AAE0-FC6D-18A4-BA6006735BEE}"/>
                </a:ext>
              </a:extLst>
            </p:cNvPr>
            <p:cNvCxnSpPr>
              <a:stCxn id="87" idx="2"/>
              <a:endCxn id="86" idx="2"/>
            </p:cNvCxnSpPr>
            <p:nvPr/>
          </p:nvCxnSpPr>
          <p:spPr>
            <a:xfrm>
              <a:off x="3932903" y="2738284"/>
              <a:ext cx="442452" cy="49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24508998-FE34-A593-0599-4218F64C77F9}"/>
                </a:ext>
              </a:extLst>
            </p:cNvPr>
            <p:cNvCxnSpPr>
              <a:stCxn id="87" idx="1"/>
              <a:endCxn id="86" idx="1"/>
            </p:cNvCxnSpPr>
            <p:nvPr/>
          </p:nvCxnSpPr>
          <p:spPr>
            <a:xfrm>
              <a:off x="4354794" y="1719749"/>
              <a:ext cx="312861" cy="3560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6" name="矢印: 下 95">
            <a:extLst>
              <a:ext uri="{FF2B5EF4-FFF2-40B4-BE49-F238E27FC236}">
                <a16:creationId xmlns:a16="http://schemas.microsoft.com/office/drawing/2014/main" id="{74A0F4BB-A5B6-DAA0-6417-9192C8FF894B}"/>
              </a:ext>
            </a:extLst>
          </p:cNvPr>
          <p:cNvSpPr/>
          <p:nvPr/>
        </p:nvSpPr>
        <p:spPr>
          <a:xfrm>
            <a:off x="3803310" y="5559375"/>
            <a:ext cx="240418" cy="374048"/>
          </a:xfrm>
          <a:prstGeom prst="downArrow">
            <a:avLst>
              <a:gd name="adj1" fmla="val 50000"/>
              <a:gd name="adj2" fmla="val 833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1FDCB4C2-3091-2D74-3B3C-65B0DA55BFFB}"/>
              </a:ext>
            </a:extLst>
          </p:cNvPr>
          <p:cNvSpPr txBox="1"/>
          <p:nvPr/>
        </p:nvSpPr>
        <p:spPr>
          <a:xfrm>
            <a:off x="495216" y="6681562"/>
            <a:ext cx="2374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050" dirty="0"/>
              <a:t>tail</a:t>
            </a:r>
            <a:r>
              <a:rPr lang="ja-JP" altLang="en-US" sz="1050" dirty="0"/>
              <a:t>位置から順番にデータを読み出す</a:t>
            </a: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86A6478C-DF1C-D12F-0968-7088AC494AE6}"/>
              </a:ext>
            </a:extLst>
          </p:cNvPr>
          <p:cNvSpPr txBox="1"/>
          <p:nvPr/>
        </p:nvSpPr>
        <p:spPr>
          <a:xfrm>
            <a:off x="4023408" y="6035717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A</a:t>
            </a:r>
            <a:endParaRPr lang="ja-JP" altLang="en-US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F76CECC1-A668-A906-9E94-68581B6A1D4F}"/>
              </a:ext>
            </a:extLst>
          </p:cNvPr>
          <p:cNvSpPr txBox="1"/>
          <p:nvPr/>
        </p:nvSpPr>
        <p:spPr>
          <a:xfrm>
            <a:off x="4412874" y="6407900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B</a:t>
            </a:r>
            <a:endParaRPr lang="ja-JP" altLang="en-US" dirty="0"/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1FF21313-7CE7-76DC-772B-A2D841AA97B0}"/>
              </a:ext>
            </a:extLst>
          </p:cNvPr>
          <p:cNvSpPr txBox="1"/>
          <p:nvPr/>
        </p:nvSpPr>
        <p:spPr>
          <a:xfrm>
            <a:off x="4400450" y="6886537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</a:t>
            </a:r>
            <a:endParaRPr lang="ja-JP" altLang="en-US" dirty="0"/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E022DE68-3B48-AA04-F34F-156BCCFE0713}"/>
              </a:ext>
            </a:extLst>
          </p:cNvPr>
          <p:cNvSpPr txBox="1"/>
          <p:nvPr/>
        </p:nvSpPr>
        <p:spPr>
          <a:xfrm>
            <a:off x="4028460" y="7224387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</a:t>
            </a:r>
            <a:endParaRPr lang="ja-JP" altLang="en-US" dirty="0"/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C52F4EA0-D886-0A34-A584-946C2F0A934E}"/>
              </a:ext>
            </a:extLst>
          </p:cNvPr>
          <p:cNvSpPr txBox="1"/>
          <p:nvPr/>
        </p:nvSpPr>
        <p:spPr>
          <a:xfrm>
            <a:off x="3497149" y="6055494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H</a:t>
            </a:r>
            <a:endParaRPr lang="ja-JP" altLang="en-US" dirty="0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58C64C46-7EC7-D316-5C4D-909D46F89BD1}"/>
              </a:ext>
            </a:extLst>
          </p:cNvPr>
          <p:cNvSpPr txBox="1"/>
          <p:nvPr/>
        </p:nvSpPr>
        <p:spPr>
          <a:xfrm>
            <a:off x="3119981" y="6403189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G</a:t>
            </a:r>
            <a:endParaRPr lang="ja-JP" altLang="en-US" dirty="0"/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428C882C-DC9D-F1E5-4325-FD45E2E9A27B}"/>
              </a:ext>
            </a:extLst>
          </p:cNvPr>
          <p:cNvSpPr txBox="1"/>
          <p:nvPr/>
        </p:nvSpPr>
        <p:spPr>
          <a:xfrm>
            <a:off x="3507255" y="7214684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</a:t>
            </a:r>
            <a:endParaRPr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3D16BB1F-98DD-ED3C-D8AF-5A56CE4E0256}"/>
              </a:ext>
            </a:extLst>
          </p:cNvPr>
          <p:cNvSpPr txBox="1"/>
          <p:nvPr/>
        </p:nvSpPr>
        <p:spPr>
          <a:xfrm>
            <a:off x="3119981" y="6886537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</a:t>
            </a:r>
            <a:endParaRPr lang="ja-JP" altLang="en-US" dirty="0"/>
          </a:p>
        </p:txBody>
      </p:sp>
      <p:sp>
        <p:nvSpPr>
          <p:cNvPr id="106" name="矢印: 下 105">
            <a:extLst>
              <a:ext uri="{FF2B5EF4-FFF2-40B4-BE49-F238E27FC236}">
                <a16:creationId xmlns:a16="http://schemas.microsoft.com/office/drawing/2014/main" id="{35B21017-7388-A872-6688-89AAD9019D81}"/>
              </a:ext>
            </a:extLst>
          </p:cNvPr>
          <p:cNvSpPr/>
          <p:nvPr/>
        </p:nvSpPr>
        <p:spPr>
          <a:xfrm rot="2464107">
            <a:off x="4354705" y="5903334"/>
            <a:ext cx="176968" cy="216964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円弧 106">
            <a:extLst>
              <a:ext uri="{FF2B5EF4-FFF2-40B4-BE49-F238E27FC236}">
                <a16:creationId xmlns:a16="http://schemas.microsoft.com/office/drawing/2014/main" id="{95B93016-D50D-2766-1399-71B0C0244BD9}"/>
              </a:ext>
            </a:extLst>
          </p:cNvPr>
          <p:cNvSpPr/>
          <p:nvPr/>
        </p:nvSpPr>
        <p:spPr>
          <a:xfrm rot="2914134">
            <a:off x="3124361" y="5938798"/>
            <a:ext cx="1815249" cy="1633432"/>
          </a:xfrm>
          <a:prstGeom prst="arc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2E34F0A7-32CF-71BE-2E77-CD315B8372AD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4562027" y="7436007"/>
            <a:ext cx="70551" cy="6715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矢印: 下 110">
            <a:extLst>
              <a:ext uri="{FF2B5EF4-FFF2-40B4-BE49-F238E27FC236}">
                <a16:creationId xmlns:a16="http://schemas.microsoft.com/office/drawing/2014/main" id="{1E72EC02-DBBD-7073-4ED7-99ACAC9A8D4F}"/>
              </a:ext>
            </a:extLst>
          </p:cNvPr>
          <p:cNvSpPr/>
          <p:nvPr/>
        </p:nvSpPr>
        <p:spPr>
          <a:xfrm rot="2464107">
            <a:off x="4326577" y="3747643"/>
            <a:ext cx="176968" cy="216964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円弧 111">
            <a:extLst>
              <a:ext uri="{FF2B5EF4-FFF2-40B4-BE49-F238E27FC236}">
                <a16:creationId xmlns:a16="http://schemas.microsoft.com/office/drawing/2014/main" id="{ED40FA15-0EFA-028B-9338-03D30350B821}"/>
              </a:ext>
            </a:extLst>
          </p:cNvPr>
          <p:cNvSpPr/>
          <p:nvPr/>
        </p:nvSpPr>
        <p:spPr>
          <a:xfrm rot="2914134">
            <a:off x="3096233" y="3783107"/>
            <a:ext cx="1815249" cy="1633432"/>
          </a:xfrm>
          <a:prstGeom prst="arc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9D19C1ED-08F5-87B5-6F0F-3CBB97A0456F}"/>
              </a:ext>
            </a:extLst>
          </p:cNvPr>
          <p:cNvCxnSpPr>
            <a:cxnSpLocks/>
          </p:cNvCxnSpPr>
          <p:nvPr/>
        </p:nvCxnSpPr>
        <p:spPr>
          <a:xfrm flipH="1">
            <a:off x="4529345" y="5275453"/>
            <a:ext cx="70551" cy="6715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83C156D4-DC21-13BF-6094-A5E94ECCD6C0}"/>
              </a:ext>
            </a:extLst>
          </p:cNvPr>
          <p:cNvSpPr txBox="1"/>
          <p:nvPr/>
        </p:nvSpPr>
        <p:spPr>
          <a:xfrm>
            <a:off x="4555521" y="359681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head</a:t>
            </a:r>
            <a:endParaRPr kumimoji="1" lang="ja-JP" altLang="en-US" dirty="0"/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4E7C957E-2C3C-DF37-22B2-0990AD097D03}"/>
              </a:ext>
            </a:extLst>
          </p:cNvPr>
          <p:cNvSpPr txBox="1"/>
          <p:nvPr/>
        </p:nvSpPr>
        <p:spPr>
          <a:xfrm>
            <a:off x="4572132" y="5789852"/>
            <a:ext cx="475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tail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7768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49</Words>
  <Application>Microsoft Office PowerPoint</Application>
  <PresentationFormat>ワイド画面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亮太 村上</dc:creator>
  <cp:lastModifiedBy>亮太 村上</cp:lastModifiedBy>
  <cp:revision>1</cp:revision>
  <dcterms:created xsi:type="dcterms:W3CDTF">2026-05-06T12:27:15Z</dcterms:created>
  <dcterms:modified xsi:type="dcterms:W3CDTF">2026-05-06T13:10:46Z</dcterms:modified>
</cp:coreProperties>
</file>